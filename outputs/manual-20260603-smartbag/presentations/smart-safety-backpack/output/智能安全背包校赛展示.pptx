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305fa546f4b39" /><Relationship Type="http://schemas.openxmlformats.org/officeDocument/2006/relationships/extended-properties" Target="/docProps/app.xml" Id="R05d4242f6e7f421a" /><Relationship Type="http://schemas.openxmlformats.org/officeDocument/2006/relationships/officeDocument" Target="/ppt/presentation.xml" Id="R641dee4e9065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b514156a84e34"/>
  </p:sldMasterIdLst>
  <p:notesMasterIdLst>
    <p:notesMasterId xmlns:r="http://schemas.openxmlformats.org/officeDocument/2006/relationships" r:id="Re741ad3b97fb4c3a"/>
  </p:notesMasterIdLst>
  <p:sldIdLst>
    <p:sldId xmlns:r="http://schemas.openxmlformats.org/officeDocument/2006/relationships" id="256" r:id="R52e8acfd7cd84aaf"/>
    <p:sldId xmlns:r="http://schemas.openxmlformats.org/officeDocument/2006/relationships" id="257" r:id="Raa0ffe98c4e3416f"/>
    <p:sldId xmlns:r="http://schemas.openxmlformats.org/officeDocument/2006/relationships" id="258" r:id="Rd4a793e4a3c84128"/>
    <p:sldId xmlns:r="http://schemas.openxmlformats.org/officeDocument/2006/relationships" id="259" r:id="Rfcfc184247f04d61"/>
    <p:sldId xmlns:r="http://schemas.openxmlformats.org/officeDocument/2006/relationships" id="260" r:id="R6aa01e54753f4b89"/>
    <p:sldId xmlns:r="http://schemas.openxmlformats.org/officeDocument/2006/relationships" id="261" r:id="R5c109cd619ff4d3a"/>
    <p:sldId xmlns:r="http://schemas.openxmlformats.org/officeDocument/2006/relationships" id="262" r:id="Re5a444c1fb494cfc"/>
    <p:sldId xmlns:r="http://schemas.openxmlformats.org/officeDocument/2006/relationships" id="263" r:id="R85eb9ee21e1d4d8d"/>
    <p:sldId xmlns:r="http://schemas.openxmlformats.org/officeDocument/2006/relationships" id="264" r:id="R1f59ba80e3734589"/>
    <p:sldId xmlns:r="http://schemas.openxmlformats.org/officeDocument/2006/relationships" id="265" r:id="R36264413f6ec4c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b514156a84e34" /><Relationship Type="http://schemas.openxmlformats.org/officeDocument/2006/relationships/theme" Target="/ppt/theme/theme1.xml" Id="Rf13dc60536074cfc" /><Relationship Type="http://schemas.openxmlformats.org/officeDocument/2006/relationships/notesMaster" Target="/ppt/notesMasters/notesMaster1.xml" Id="Re741ad3b97fb4c3a" /><Relationship Type="http://schemas.openxmlformats.org/officeDocument/2006/relationships/presProps" Target="/ppt/presProps.xml" Id="R616c3b7beda74c07" /><Relationship Type="http://schemas.openxmlformats.org/officeDocument/2006/relationships/viewProps" Target="/ppt/viewProps.xml" Id="Rb39e61d335e84c4e" /><Relationship Type="http://schemas.openxmlformats.org/officeDocument/2006/relationships/tableStyles" Target="/ppt/tableStyles.xml" Id="Rf3b413f6efce4253" /><Relationship Type="http://schemas.openxmlformats.org/officeDocument/2006/relationships/slide" Target="/ppt/slides/slide1.xml" Id="R52e8acfd7cd84aaf" /><Relationship Type="http://schemas.openxmlformats.org/officeDocument/2006/relationships/slide" Target="/ppt/slides/slide2.xml" Id="Raa0ffe98c4e3416f" /><Relationship Type="http://schemas.openxmlformats.org/officeDocument/2006/relationships/slide" Target="/ppt/slides/slide3.xml" Id="Rd4a793e4a3c84128" /><Relationship Type="http://schemas.openxmlformats.org/officeDocument/2006/relationships/slide" Target="/ppt/slides/slide4.xml" Id="Rfcfc184247f04d61" /><Relationship Type="http://schemas.openxmlformats.org/officeDocument/2006/relationships/slide" Target="/ppt/slides/slide5.xml" Id="R6aa01e54753f4b89" /><Relationship Type="http://schemas.openxmlformats.org/officeDocument/2006/relationships/slide" Target="/ppt/slides/slide6.xml" Id="R5c109cd619ff4d3a" /><Relationship Type="http://schemas.openxmlformats.org/officeDocument/2006/relationships/slide" Target="/ppt/slides/slide7.xml" Id="Re5a444c1fb494cfc" /><Relationship Type="http://schemas.openxmlformats.org/officeDocument/2006/relationships/slide" Target="/ppt/slides/slide8.xml" Id="R85eb9ee21e1d4d8d" /><Relationship Type="http://schemas.openxmlformats.org/officeDocument/2006/relationships/slide" Target="/ppt/slides/slide9.xml" Id="R1f59ba80e3734589" /><Relationship Type="http://schemas.openxmlformats.org/officeDocument/2006/relationships/slide" Target="/ppt/slides/slide10.xml" Id="R36264413f6ec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b2e969420f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6da531c1ae4473" /><Relationship Type="http://schemas.openxmlformats.org/officeDocument/2006/relationships/notesMaster" Target="/ppt/notesMasters/notesMaster1.xml" Id="R1d3c44b4b50e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3c9369821b4699" /><Relationship Type="http://schemas.openxmlformats.org/officeDocument/2006/relationships/notesMaster" Target="/ppt/notesMasters/notesMaster1.xml" Id="Ra327e506aa7e44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8c6ec56f56475b" /><Relationship Type="http://schemas.openxmlformats.org/officeDocument/2006/relationships/notesMaster" Target="/ppt/notesMasters/notesMaster1.xml" Id="R019b3d30ed12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d8366c4631498b" /><Relationship Type="http://schemas.openxmlformats.org/officeDocument/2006/relationships/notesMaster" Target="/ppt/notesMasters/notesMaster1.xml" Id="R4fdf491d897c49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c99c87b7e440e4" /><Relationship Type="http://schemas.openxmlformats.org/officeDocument/2006/relationships/notesMaster" Target="/ppt/notesMasters/notesMaster1.xml" Id="R11104b338c6545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45a8c06224d3a" /><Relationship Type="http://schemas.openxmlformats.org/officeDocument/2006/relationships/notesMaster" Target="/ppt/notesMasters/notesMaster1.xml" Id="R02d72c57073d42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891da61f2f4437" /><Relationship Type="http://schemas.openxmlformats.org/officeDocument/2006/relationships/notesMaster" Target="/ppt/notesMasters/notesMaster1.xml" Id="R0d26da9135854c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2146a5eab4aae" /><Relationship Type="http://schemas.openxmlformats.org/officeDocument/2006/relationships/notesMaster" Target="/ppt/notesMasters/notesMaster1.xml" Id="Rcb93435afe1a4b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c37b9767cc41d0" /><Relationship Type="http://schemas.openxmlformats.org/officeDocument/2006/relationships/notesMaster" Target="/ppt/notesMasters/notesMaster1.xml" Id="R8d9d77ed72964a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646747f7b04dcb" /><Relationship Type="http://schemas.openxmlformats.org/officeDocument/2006/relationships/notesMaster" Target="/ppt/notesMasters/notesMaster1.xml" Id="R6b6c0ccb13c4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4c2082e644ac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8851d3a401e4eec" /><Relationship Type="http://schemas.openxmlformats.org/officeDocument/2006/relationships/slideLayout" Target="/ppt/slideLayouts/slideLayout2.xml" Id="R0c5ce8ab8a3645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ce8ab8a3645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8b60f01864827" /><Relationship Type="http://schemas.openxmlformats.org/officeDocument/2006/relationships/notesSlide" Target="/ppt/notesSlides/notesSlide1.xml" Id="Rd6b185d4ebaf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84bed1f9e4877" /><Relationship Type="http://schemas.openxmlformats.org/officeDocument/2006/relationships/notesSlide" Target="/ppt/notesSlides/notesSlide2.xml" Id="Rcd0cbddeb25b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40032bca349a9" /><Relationship Type="http://schemas.openxmlformats.org/officeDocument/2006/relationships/notesSlide" Target="/ppt/notesSlides/notesSlide3.xml" Id="R90d5f8c1a513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05df64fbf47c6" /><Relationship Type="http://schemas.openxmlformats.org/officeDocument/2006/relationships/notesSlide" Target="/ppt/notesSlides/notesSlide4.xml" Id="R4124cba31d2c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1c8bab7c14ef7" /><Relationship Type="http://schemas.openxmlformats.org/officeDocument/2006/relationships/notesSlide" Target="/ppt/notesSlides/notesSlide5.xml" Id="Rfe6c063578a148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22f4a1e53451e" /><Relationship Type="http://schemas.openxmlformats.org/officeDocument/2006/relationships/notesSlide" Target="/ppt/notesSlides/notesSlide6.xml" Id="R11500fb809bf47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0ff1d08ca40ab" /><Relationship Type="http://schemas.openxmlformats.org/officeDocument/2006/relationships/notesSlide" Target="/ppt/notesSlides/notesSlide7.xml" Id="R0936d304b9bd4f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14b7500324833" /><Relationship Type="http://schemas.openxmlformats.org/officeDocument/2006/relationships/notesSlide" Target="/ppt/notesSlides/notesSlide8.xml" Id="R8e6bfe16fe7d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0e345a8d84b52" /><Relationship Type="http://schemas.openxmlformats.org/officeDocument/2006/relationships/notesSlide" Target="/ppt/notesSlides/notesSlide9.xml" Id="R1a0d7139d7fa4a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28035a63644323" /><Relationship Type="http://schemas.openxmlformats.org/officeDocument/2006/relationships/notesSlide" Target="/ppt/notesSlides/notesSlide10.xml" Id="R2ed11046c7a84b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B882C-1A70-49A2-8479-51790F4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0C2CF-B586-42C9-BB62-D714EC1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rPr>
              <a:t>校赛作品展示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35BC2-3286-4738-BD21-3D5CBC53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基于海思 SS928 的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多传感器融合智能安全背包系统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78BFE-1E08-42F6-A1DD-9D73238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DD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DDED"/>
                </a:solidFill>
                <a:latin typeface="Microsoft YaHei"/>
                <a:ea typeface="Microsoft YaHei"/>
                <a:cs typeface="Microsoft YaHei"/>
              </a:rPr>
              <a:t>把背包从“装载工具”升级为可穿戴安全感知平台，面向学生、行人、步行/骑行等日常场景。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2AC3C-4527-4EBF-9BA7-BFB1AFA9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DF89-51C9-47DB-A85A-7B4437B3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rPr>
              <a:t>后方/侧后方危险感知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647CC-1C2B-4F99-B428-E6855897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19F9A-BB56-4AB7-B7BF-6A73EF2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rPr>
              <a:t>摔倒与姿态检测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9A115-8850-4427-94D3-5461D60C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528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E2B0D-79DB-4A8A-AF30-AF6F86E5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0047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rPr>
              <a:t>震动/蜂鸣/灯光提醒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CBF36-3755-4789-8C97-7E83436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E3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7DE3F2"/>
                </a:solidFill>
                <a:latin typeface="Microsoft YaHei UI"/>
                <a:ea typeface="Microsoft YaHei UI"/>
                <a:cs typeface="Microsoft YaHei UI"/>
              </a:rPr>
              <a:t>SS928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D0C2C-1AC8-49B2-B6EF-F09FEB2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Linux 主控平台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6730E-E014-4D09-941B-DE571A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摄像头 + 雷达 + IMU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B55DE-E306-4CB0-9D93-EA18B0FD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环境与人体状态感知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8EFA5-4287-4FEA-83E6-7A4950FF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9C8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9C873"/>
                </a:solidFill>
                <a:latin typeface="Microsoft YaHei UI"/>
                <a:ea typeface="Microsoft YaHei UI"/>
                <a:cs typeface="Microsoft YaHei UI"/>
              </a:rPr>
              <a:t>校赛阶段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23945-E620-4DBC-8E18-264539B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387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概念方案与开发路线展示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41B8D-BB16-4E25-BDF1-0E51130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14400"/>
            <a:ext cx="31432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150"/>
          </a:solidFill>
          <a:ln xmlns:a="http://schemas.openxmlformats.org/drawingml/2006/main" w="14288">
            <a:solidFill>
              <a:srgbClr val="4E6A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97060-E624-4AAE-B083-25006354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66800"/>
            <a:ext cx="2838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19BD1-E10F-494B-945E-2E17E18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E4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6E4F4"/>
                </a:solidFill>
                <a:latin typeface="Microsoft YaHei"/>
                <a:ea typeface="Microsoft YaHei"/>
                <a:cs typeface="Microsoft YaHei"/>
              </a:rPr>
              <a:t>待补充：背包外观草图 / 开发板实物照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20FC7-73A6-4B4C-B2DB-5F9617CD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815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C9625-0A89-4ADA-A3B2-7FF9858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911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7C4D8"/>
                </a:solidFill>
                <a:latin typeface="Microsoft YaHei"/>
                <a:ea typeface="Microsoft YaHei"/>
                <a:cs typeface="Microsoft YaHei"/>
              </a:rPr>
              <a:t>建议放：背包草图、SS928 开发板照片或后续实物照片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0BE16-31E1-4322-8B9F-21A7408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9196A-5CC4-47FD-A888-A6884A6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7930A-532B-4B93-95B4-63069690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E5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52771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FA1F87-8BCD-4D75-9B48-B3927DB5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5863-0B43-4FF2-BB3D-31392EA9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A2898A-E62E-410F-A34E-D9F5B84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C9A8E-B2DB-4C9F-AD07-2CFE01D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背包的安全问题，主要发生在“看不见”和“感知不及时”。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3A15-EA6B-443C-80C5-B7754EFB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校赛展示重点：先让老师理解作品解决什么问题。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BD098-C401-4607-8E46-76944FA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0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E1C9D-7C7B-4CC9-8315-8E77CBCA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典型痛点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FC2EE-2CCF-44FA-8AAA-8D833F4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4CD40-F8EF-44B2-84F4-3AB9AA4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6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背后和侧后方是行走、骑行中的天然盲区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612B-48D1-4463-9206-91F2647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C497-42E0-481A-81FB-B36FE181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386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车辆、行人、障碍物靠近时，用户很难及时反应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4F94F-1579-4344-933B-FF119CBE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729B1-ED4D-4033-9C14-AB963E0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6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学生长时间背负，容易出现背包歪斜或姿态不良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305BE-A5E9-4399-A8D0-3494C83A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F8866-88BA-41F1-86AF-1BC7D24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386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单一传感器容易误判，需要多源信息互相补充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0C439-83B6-430A-BCDF-46068F4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8"/>
          </a:solidFill>
          <a:ln xmlns:a="http://schemas.openxmlformats.org/drawingml/2006/main" w="9525">
            <a:solidFill>
              <a:srgbClr val="BCDD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64437-FB9D-44AB-99B5-1522C0EF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使用场景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C3EB2-D512-4B14-83A7-214EF766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DB35A-BC8C-4C9F-9CBF-03EAA82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校园通勤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89C86-4E2A-40BF-8F6A-ECB44DC0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楼道、校门口、宿舍区等人车混行区域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BAB9B-CDAD-4212-A2F3-A762626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5A2F2-E508-4BFF-9504-6BB9ADCF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步行夜路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6E0B7-0DD3-4694-ADF3-6D5C4B28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光照弱、转身不便、背后情况难以判断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A7E7A-0734-4926-93D1-AA5D825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AD946-3AB9-4232-B873-4B7A9865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14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骑行/慢行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19191-ACB5-4A5E-ADC7-0945189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后方车辆接近时需要更早提醒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D000A-94AD-4F49-8EE6-D4B02E1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A3827-B22F-4A65-9BCA-857E5F1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672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日常背负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8304F-94EF-49B5-8D67-4D5E060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背包姿态和肩带状态影响舒适与安全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95E55-11B9-427D-85BD-FF3D8B4B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作品定位：不是做一个“普通背包加报警器”，而是做一个能够感知环境、判断状态并主动提醒的可穿戴安全辅助系统。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ED789-C821-4395-8C6E-8D2635F7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0CE4F-7963-4B92-94D4-4A340BC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D35B9-E9B9-42B2-ACF1-9B2DFEA9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60412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4FFEF-B332-4B1C-8962-827B489D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5A1A7E-EF5F-4AFE-9157-12D5E51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8E6695-761B-4EAF-A123-5B8F30C9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作品概念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E20AE-D37A-4C0C-9E2F-70E870CB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把背包作为安装载体，让传感器围绕人体形成安全感知区。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208E0-640B-46A7-A439-096794C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本页适合后续替换成你们自己的外观草图或结构草图。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102F1-9540-47DF-B72B-9B42A130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42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9AAB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3311-9491-4973-AA3F-E3ABFDFE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12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DAF84-BF10-4D72-B758-44C95042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289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待补充：背包外观草图 / 结构草图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B74F9-76F7-4350-B93C-5B6A191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E7458-7FF8-40C0-A6E3-C7EBBF2B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B9D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6DC6B-0312-4272-A8D8-898B7F2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76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5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7FAEE-B40A-45B5-9E4B-DEC4306E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66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242C4-B273-4110-9AFA-191F7BA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66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223DB-F3F8-4457-89F5-D8EAE014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9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E172A-0BED-4611-9CBA-45A88BB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背包本体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1D7EC-DF0A-4B8B-88E6-A1DD362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8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70D5B-D482-4ACB-826E-01D258B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E21E4-0E1F-40AF-8647-50F0692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广角摄像头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E3351-DA18-4DD5-87FC-6164E25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识别人/车/障碍方向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62884-22FB-4619-8A83-448BC85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8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EA5EF-CA25-43C7-A89F-9748FFC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5C619-4CA4-4011-BB57-A0A1C0B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38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雷达/激光雷达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5F3EE-101A-4362-82AB-B6FBFFBA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提供距离和接近趋势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897A1-DBBB-4C89-B575-9F9C936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8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6CE6B-E660-4187-99CF-1023AB9F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9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5550F-4A61-46BD-83C3-EC7B88CA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IMU 六轴传感器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AA5D6-DC09-40D4-977E-6030B01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005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判断姿态、摔倒、步态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8143A-97B9-401B-A6A8-3CBF8E6A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8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4ADD5-C9B4-4C09-A717-B9F19216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24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21358-1B8F-4A63-99FB-EC93597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48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提醒单元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87386-BD1C-4721-AD50-70535B6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05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震动、蜂鸣、LED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7BCF92-24F1-492F-9F18-C42B914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3880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BCB9C6-B49F-4FCD-9E8D-C6E2D8CB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8642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核心主控：海思 SS928 开发板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885C5E-8708-4E76-BEF9-AF0F533C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769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感知范围：重点覆盖背后、左后、右后三个方向。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3A31EE-A089-4A14-BDE5-80155B13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AC3A1-C7D3-4CF5-99EC-14DC6978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288DAE-33CE-4D47-87F9-5EB0CB8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55475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92242-5A26-4CC9-A0F2-A1CCB12D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74233D-6916-4797-81AA-17276E7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F74CE0-F030-44A0-99FF-D51348D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功能设计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B2B04-2067-47E3-83C4-A9D159F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校赛阶段先讲清楚五个功能模块，不把目标说得过满。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2F8B2-C58C-403F-B38C-CBBE7F5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其中“姿势矫正”建议表述为“姿态监测与不良背负提醒”。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E20AE-2F6F-4CDA-AB9A-35B84C72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105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5F8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4851B-D356-49E8-A8EE-8986D49B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F4478-1A63-4CD1-B08E-63B313B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19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380CC-A1D5-4BED-9150-67421B1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479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122B7-C63B-4C0F-A77D-761AFED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后方/侧后方危险感知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EF4B4-0D51-42CF-A0B7-8CD62744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识别人、车、障碍物是否进入背后盲区，并判断接近趋势。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91FD7-4A3F-48A5-89FE-76EB126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3105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BF670-76CF-4646-B45C-43B20F30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55557-8274-4DD3-9323-337D439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9BC13-2BB5-4DEA-88FD-43A17477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479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99DBF-2E46-4271-9089-70A70F5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障碍物接近提醒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63D95-99A8-4264-B123-19D07CD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结合测距传感器判断过近障碍，及时通过震动或声音提醒。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F5A34-CBA0-43C9-BC3E-BFE644E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47900"/>
            <a:ext cx="3105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123D7-5343-419E-B15A-A45180D0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7DD06-364B-49D7-9B76-D92CB95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CF1CF-9598-4FB7-95E1-267C6AE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479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安全功能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69B2A-6382-4A9C-AC56-75ACC450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摔倒检测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B1579-9760-444D-A468-4D1E876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IMU 采集加速度和角速度，识别突然跌倒或异常姿态。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60EC3-8E34-438A-BA3A-1C11341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3105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A2EA7-975C-44CA-8ED6-C4661307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BEA58-3623-45BA-992D-9A7DCE2D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719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34FDA-69BA-4CBD-A99D-D8B13DF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005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体验功能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70E03-B288-471C-A9D3-1729AF7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背包姿态监测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4D09D-A27F-4DB5-9FEE-56DD32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检测前倾、后倾、左右歪斜，提醒用户调整背负状态。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2F7C3-2C7E-4DC5-BCAF-F10ACE72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7086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D01635-9402-48FD-90AE-06003BA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CD784E-3250-4771-8A32-7DC74ED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719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832A2-8052-4521-AA10-B572607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005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拓展亮点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9C9A5-E21A-400C-928D-5C0C6C3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668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半自动肩带调节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5FB378-5036-401D-8A29-EBC31797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387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作为机械创新点，优先做辅助调节和手动释放，不直接承诺完全闭环。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CF6807-7596-4949-BBB4-0E864AF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展示策略：把“能落地的最小演示”放在前面，把肩带调节作为后续创新方向。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319B31-6BCB-425C-AF23-C966D59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3E412-1EBD-4893-A4DE-D91878E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2F2CA-F9AA-4636-B0B2-1725E27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00995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22D0E-4117-444B-BB79-5DE4FB6B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6BEBC9-7130-46EA-99A0-EEE30264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B5548A-97E9-4230-AA65-FBAC3B3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F14EE-124B-453B-87F8-607BC203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传感器采集数据，SS928 负责处理和危险等级判断。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520C3-B9C6-4561-B115-D3548FF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这一页让老师快速看懂整体工作流程。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8515A-B6D8-405C-95CC-AE72C8B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5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CAFA8-8617-4AF8-A0D1-25561F8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F1E64-CEB5-4B25-AAF9-8DD6D4D5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雷达/激光雷达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IMU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6DE75-F55A-48B2-9012-AA21D5B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0515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8038A-06DA-4C5A-8E73-B2AF6EFC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2152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CCA60-0B89-49A7-94DA-2C5135D4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处理层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27E8-5045-431A-B0ED-9026A50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SS928 Linux 应用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多线程采集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传感器数据融合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678F6-56C4-464E-8EA3-8220511C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BB180-B837-4E18-BAB0-DB8EA2A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2152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34F4B-DD98-4155-A960-D6B8CBC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判断层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B36D5-0369-4516-8F4E-2994E53B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危险接近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摔倒异常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背负姿态异常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66A9C-3129-4C6D-A352-B74F443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88494-4EE1-4877-9802-FA9BDEE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B37B1-F835-4CFE-84EB-8C493A2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提醒层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0350F-9456-43B3-932E-1218F7B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466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震动马达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蜂鸣器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LED 灯光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CA733-A003-4AA9-944A-24683FD3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882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D75A9-9AA7-493D-A279-43240BB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危险分类输出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C1BAC-D8F9-446E-BE27-EAFB1D1C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后方车辆/行人快速接近  |  障碍物过近  |  用户摔倒  |  背包姿态异常  |  疑似背负不良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4675B-E270-41EE-818D-A225BAC6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输入不是单一画面，而是环境信息 + 运动状态 + 姿态变化；输出也不是简单报警，而是按风险类型分级提醒。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211BE-AF44-431E-8CA5-20F73A54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478A6-96AA-4ADF-BDBF-6D599990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1F881-0DFD-461C-8D21-585E8B35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55116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D5129-0A1A-40BB-B07C-9EF18BB1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0386D2-C132-46F5-9C98-6206BA20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9431A7-242D-4D82-A50A-7AF986B4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硬件组成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01693-35F5-4802-B78F-1D69250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原型可以按“主控、感知、提醒、供电、结构”五类拆解。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4FFC2-827C-4F96-8413-858C73D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这一页适合答辩时说明每个模块为什么需要。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A86C3-67B1-4307-B4BA-98B1213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144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E0B42-80CD-4573-862D-02C3D13B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F65EA-4514-47BE-9A56-675801E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34BDD-9CC4-4210-8BC3-49817B3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C079-E193-4119-B83D-61725853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914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A1219-7782-4350-B1D6-EE0212E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海思 SS928 开发板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9F945-5032-4177-9E7F-90184CEA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051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主控平台，运行 Linux，处理摄像头、传感器和算法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1CBE7-1C4C-4E44-AD29-222603D4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6898F-CB75-4F9F-9985-24318B2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527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已确定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16449-83CF-47E4-AC32-AD707ED1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127AC-1AA1-4D0B-ABC5-F59B80F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广角摄像头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91324-DDCA-401A-89DA-8FE0AB3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623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覆盖后方/侧后方，识别目标类别与方向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296C7-AE0C-4FA4-AFB1-8FC345B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5E591-AE62-46F4-8F81-225DF96D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方案中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4B931-972B-4DBC-B480-07FA54A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567EB-1F6E-4720-95FE-57C295E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雷达/激光雷达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489C8-5E07-4272-B1A2-B6EC6DD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测距，判断目标是否靠近以及接近趋势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3FF22-9A1A-457A-A8A9-103682F9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F913E-C5F3-46EC-B872-1A726C2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需选型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2EB18-6BA5-4845-8A37-D7868A0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179E2-5C64-4767-97CE-6FA32566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IMU 六轴传感器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33BCF-555B-479F-88A5-4F3A2C0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767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检测背包姿态、人体运动、摔倒等状态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A16EB-CF23-4E31-B377-49406C0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31754-2809-41D7-85CF-0F64E91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243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待接入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920BC5-A387-4030-A374-C3C7EDC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D1C9C-BC3C-4AD9-9C25-C831E45E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震动/蜂鸣/LED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2851A3-D18C-4D23-9DC7-7FAEF0BA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339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把危险判断转化为用户能感知的提醒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0D905-ECAA-4E64-A7F1-0C13FA9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E3E98-9A1D-4640-8D91-1E85BAA3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A2A92-40FE-44C1-B02F-F472CBC7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28C42D-1792-4DEA-A16B-4173215A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肩带调节机构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FB6026-7AF1-4B95-AFDF-5064CDC4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9110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半自动调节或辅助结构创新，改善贴合和受力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AAB55-E485-4BE1-976B-27CA888F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10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034F75-3336-4332-BBEA-A26CBD9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387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拓展项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625ADB-23C3-48DD-B4A1-2624847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1238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71DDF5-9FED-4C0B-93F5-2F58ADFE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479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照片建议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58D835-6D8C-4CD7-A7F0-5BBFB24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8953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这里后续可放：</a:t>
            </a:r>
          </a:p>
          <a:p xmlns:a="http://schemas.openxmlformats.org/drawingml/2006/main">
            <a:pPr algn="ctr">
              <a:def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1. 开发板</a:t>
            </a:r>
          </a:p>
          <a:p xmlns:a="http://schemas.openxmlformats.org/drawingml/2006/main">
            <a:pPr algn="ctr">
              <a:def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2. 摄像头</a:t>
            </a:r>
          </a:p>
          <a:p xmlns:a="http://schemas.openxmlformats.org/drawingml/2006/main">
            <a:pPr algn="ctr">
              <a:def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3. 雷达/IMU</a:t>
            </a:r>
          </a:p>
          <a:p xmlns:a="http://schemas.openxmlformats.org/drawingml/2006/main">
            <a:pPr algn="ctr">
              <a:def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E2F5"/>
                </a:solidFill>
                <a:latin typeface="Microsoft YaHei"/>
                <a:ea typeface="Microsoft YaHei"/>
                <a:cs typeface="Microsoft YaHei"/>
              </a:rPr>
              <a:t>4. 背包本体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024017-2984-4B47-B0FE-152F9F72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577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rPr>
              <a:t>校赛可用占位</a:t>
            </a:r>
          </a:p>
          <a:p xmlns:a="http://schemas.openxmlformats.org/drawingml/2006/main">
            <a:pPr algn="ctr">
              <a:defRPr sz="900" b="0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EAF3"/>
                </a:solidFill>
                <a:latin typeface="Microsoft YaHei"/>
                <a:ea typeface="Microsoft YaHei"/>
                <a:cs typeface="Microsoft YaHei"/>
              </a:rPr>
              <a:t>不影响方案展示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0F881-11A0-4844-86E1-D736FFF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0D7216-8CDF-4478-8D0F-2CB99B50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8826D7-B68D-492F-A2F1-8202076F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28161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34CE5-16F7-4437-9C9C-D991B83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C3ECA2-3F6F-4494-AFEC-6789CB9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3B7EF9-B88C-4F9E-8981-C8961B49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技术取舍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910EA-4C02-4EFD-B988-26D2E53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危险判断不应只靠摄像头画面“变大变小”。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AB06A-54E7-49B2-9F16-0FAA7F9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更稳妥的路线是：视觉识别 + 测距 + 姿态状态融合。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D9B15-7818-4568-AAEB-2E9DAC5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0289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F0B8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3C8B-4489-485A-B0D6-4487DD43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单靠摄像头大小变化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972A6-CAAA-4652-8DB7-D09EFE8A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24697-FCC6-4319-8831-01B0907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物体本身大小不同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C0EDC-D4D5-48AE-A950-CA375E4B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F348D-BA82-4D16-9988-6FB1D361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单目深度不稳定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B0EA-F481-4565-A012-43EAF899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9AA26-54B3-47C9-89CD-FCDC5859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横向移动/遮挡会误判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DAB40-612F-4BC4-88EF-48241819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D2006-5E44-4284-AAA2-597AC569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光照、畸变、模糊影响大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0DC4A-E0B0-4F42-8BE3-AAD2BB51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结论：可以作为辅助线索，但不能作为安全判断的唯一依据。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CD880-CABB-41F2-BCDC-7885B4B9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6343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B2A4D-C5FC-4441-A64A-1685652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1600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5F8"/>
          </a:solidFill>
          <a:ln xmlns:a="http://schemas.openxmlformats.org/drawingml/2006/main" w="9525">
            <a:solidFill>
              <a:srgbClr val="E2D9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176F5-2C3F-458E-B868-2DC97AF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765AD-072B-4555-B162-DA380D3E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识别目标类别、方位和运动区域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43BB3-6459-4F81-8FD4-087B63B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1600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E2D9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D99D5-C8FB-4B85-9DE0-3542462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雷达/激光雷达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6F9B2-74D1-40AC-9F5D-8A2AB6F9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提供距离、接近趋势和近距离障碍判断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FC8EE-2F6D-4DFE-8B60-B81BC85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1600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F"/>
          </a:solidFill>
          <a:ln xmlns:a="http://schemas.openxmlformats.org/drawingml/2006/main" w="9525">
            <a:solidFill>
              <a:srgbClr val="E2D9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8470A-F142-4295-8C8D-28FEC60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IMU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4E0A3-FD1F-4E86-AE8C-68C5EBA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判断背包姿态、人体运动、摔倒或步态异常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4DB61C-A528-47B4-BA3B-95622E3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81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多传感器融合后输出风险等级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56797-3056-4ADC-9F0C-017A411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340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7E12F-1811-4144-A33E-8B582BD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推荐方案：摄像头负责“看见是什么”，雷达/激光雷达负责“离我多远”，IMU 负责“我现在是什么状态”。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85DF4-02BA-4A6E-942F-DA2F648D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35166-748D-469A-80C4-F3A92E4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42CD9-4972-4407-8702-C5AF4361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3519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01C02-F6C7-4658-AF94-97CECD7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39CB14-C718-4375-A856-004A18F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55A0C2-3F58-4847-95D3-37E959E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软件路线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957E6-53B5-4466-9809-A096E08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SS928 不是普通单片机项目，重点是 Linux 应用开发和模块整合。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F374B-C21A-42D1-8E7A-1328A635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这页可以说明你们目前为什么在做串口、demo、交叉编译这些工作。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EC451-EC3E-4629-9E15-A460AD14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65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D1AF8-30F0-499C-B68B-0AC072F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5CF01-F0FC-4191-B530-057601B3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板端基础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6F1E8-C944-4327-B9CA-473E140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串口连接、传文件、运行 demo、确认 Linux 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86E2E-58A3-4379-8EF2-D520F8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ED6CA-7F91-4A66-B72D-9848EBA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165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EFC29-78CD-44B6-B5A6-9F69912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FFD20-477D-4737-9787-7BE1FD1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A9B39-B57C-46E4-A3A7-2601844E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66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跑通摄像头 demo，完成图像采集和画面输出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B3A48-F797-44FD-8EF2-CD2F59B9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C46A-D304-4C20-BD9C-5C68004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65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D9B88-74E0-4335-B9E7-7126DBA2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88FA8-743A-42A4-BDCB-891A0184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传感器读取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D5D57-827E-48DE-B3DA-2A47BEB2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766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通过 UART/I2C 等读取雷达、IMU 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97A98-7618-4E6A-8612-4AD969F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959F7-CE1C-43FB-B525-1B64E943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165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0FB56-C9ED-4B69-B941-732751F5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91237-8681-4713-8B2F-4F2744C9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算法判断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5628B-7466-4FCC-9DB7-29B6478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目标检测、姿态检测、危险等级判断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D126B-6A0B-4F49-A216-9A411E4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1F02A-A863-4216-A955-55942449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1657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E2465-68FB-4B91-9AC4-E505D954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48CDB-66FB-4214-93C2-F8ACD719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提醒控制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B0906-2201-4124-856D-6CA33F5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766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控制震动马达、蜂鸣器、LED，形成完整演示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8F063-BFAD-4AF3-8BD3-879B0DF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8629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526BF-9B0A-4AFE-97CC-67889B8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可能的软件模块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8A1D0-64B7-45BC-93D9-99D7102D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816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camera_demo  |  radar_uart_test  |  imu_test  |  fall_detect  |  posture_detect  |  danger_judge  |  alert_control  |  main_app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D6E22-B040-4D75-A530-5D4F8FE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15F8C-D459-4BFA-8F89-7EA828AD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C72A2E-6850-42F1-B143-BBFCF2B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5968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87451-8DA3-4C99-98AC-4C800599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AF3304-7721-4097-83E7-740C6546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616298-3CF8-4BC4-B233-E3CB742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当前进度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38DFC-991F-4525-AA2E-5D89CCF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5202B"/>
                </a:solidFill>
                <a:latin typeface="Microsoft YaHei UI"/>
                <a:ea typeface="Microsoft YaHei UI"/>
                <a:cs typeface="Microsoft YaHei UI"/>
              </a:rPr>
              <a:t>实物还未完成，因此校赛重点展示方案、路线和已做准备。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1E3A-7360-4E92-88AF-E14E0C1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这页给你留了四个最值得补充的照片位置。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2BA5A-9285-4FB8-B2F8-A90D357E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9E77A-AAAB-4A8B-877C-E068F9FC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进度说明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AB6E5-2B62-4097-8A6A-07DF153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项目方向与功能范围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0A48F-F325-45DA-9969-F1ADA464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94283-466A-440E-834C-C6A30E0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已整理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04EB6-274C-41AD-9BD2-DDE3EF1E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SS928 基础开发资料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99D13-11AE-46B2-84B5-FF78A9D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242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36B35-3E92-4834-AC9C-A5848C56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已有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FB193-9DB8-4F89-83DE-91A145F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雷达/激光雷达方案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E9F6C-9B8F-4066-94E4-988FF47C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2427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04474-C40D-46CD-9E73-6845F940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528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8C00"/>
                </a:solidFill>
                <a:latin typeface="Microsoft YaHei"/>
                <a:ea typeface="Microsoft YaHei"/>
                <a:cs typeface="Microsoft YaHei"/>
              </a:rPr>
              <a:t>需选型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133AE-87FA-49F4-9058-8011F776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摄像头出图与识别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D1608-820A-42F9-B202-EAA93FE1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243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5F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DD833-A9C7-4E4E-A0DC-BB4A258A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529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E9FB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3DEF7-E56B-45D4-83B8-BD4DA70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IMU 姿态/摔倒检测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AF36E-84D4-480E-BA97-1ACEEF4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2437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73430-4A6D-4572-8DEB-8AD17CD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待接入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098F4-6A2B-41A7-86E6-DC37B72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2B"/>
                </a:solidFill>
                <a:latin typeface="Microsoft YaHei"/>
                <a:ea typeface="Microsoft YaHei"/>
                <a:cs typeface="Microsoft YaHei"/>
              </a:rPr>
              <a:t>背包结构集成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85BC8-770B-44F2-BD39-2609D77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244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3AE32-CFE2-4335-AAB5-E63CB622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D115A-561D-4979-8E80-2979C039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9AAB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03465-80F5-40E9-9CDD-C8F63654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2076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3EEFF-1972-4C19-979A-B394E849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待补充：SS928 开发板照片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21E8A-A283-4EC0-B24B-D0C9C73A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6C8DA-3713-4431-9214-0992274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9AAB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3F4799-2FBC-4E44-97E8-606C2AA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076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29C46B-4AD4-4251-9BB6-DFB3CDC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待补充：传感器/雷达模块照片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B9EAB2-1D46-4361-8CE7-5733B7E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C65C1-F788-4A13-9679-5F18355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9AAB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602FA9-D8AB-4413-BBAF-8328543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91000"/>
            <a:ext cx="2076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01C66-0562-4F08-9270-E3EA361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005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待补充：串口或 demo 运行截图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8A793-8224-4079-9BF6-20C5A7CB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935C9F-6B68-41BD-B237-59F63AA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4288">
            <a:solidFill>
              <a:srgbClr val="9AAB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9F339-2CAB-4817-87FA-E981A548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91000"/>
            <a:ext cx="2076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034D19-F861-4A72-96B8-C7963115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待补充：背包结构草图/安装示意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E030FF-11AD-4B80-BE22-10A2002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38496"/>
                </a:solidFill>
                <a:latin typeface="Microsoft YaHei"/>
                <a:ea typeface="Microsoft YaHei"/>
                <a:cs typeface="Microsoft YaHei"/>
              </a:rPr>
              <a:t>后续可直接替换为照片/截图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BF9F66-F72F-46DA-9DED-AC1521E2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如果时间来不及做实物，建议至少补充：开发板实拍 + 传感器实拍 + 串口运行截图 + 背包安装草图。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615A87-ED7A-4B61-BC1D-4F9ABC46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3CE146-25AD-4B4B-8B57-AC81B7DA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D9D23E-4C91-4A37-892A-F30273D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1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309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01E5D-81A4-4D5D-889C-17F4E29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AAF7AC-CF7C-4968-976B-034521A7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E3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37DC64-DEDA-420C-80DB-BB6B544B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FEAF1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EC5F2-E523-46A2-BAAE-46374C6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先做最小可演示系统，再逐步完善传感器融合和背包结构。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2DE6A-F2C1-4521-B76F-9C00AEC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4DC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4DCEC"/>
                </a:solidFill>
                <a:latin typeface="Microsoft YaHei"/>
                <a:ea typeface="Microsoft YaHei"/>
                <a:cs typeface="Microsoft YaHei"/>
              </a:rPr>
              <a:t>校赛的目标是获得老师建议，为省赛/区域赛继续优化。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BEEB1-1763-4528-A968-CFAD0B2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4E66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A17B9-AD2D-4D01-9D95-A8CC345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E04A9-777E-4E3B-9F3F-9B20A75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跑通摄像头出图、雷达/IMU 数据读取，完成单模块测试。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CDA7-DBB7-429E-8DF7-0544182C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4E66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0C569-7AD2-4010-B4F4-EA7AC12A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C8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9C873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89793-BDF8-4414-8F22-5ECC2006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整合 danger_judge 与 alert_control，做出后方接近提醒 demo。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2575-537C-4DC9-8CD8-DFEC7BA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2781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54"/>
          </a:solidFill>
          <a:ln xmlns:a="http://schemas.openxmlformats.org/drawingml/2006/main" w="9525">
            <a:solidFill>
              <a:srgbClr val="4E66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AA201-9DC1-4CA5-8126-6AD792B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E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BE5B8"/>
                </a:solidFill>
                <a:latin typeface="Microsoft YaHei"/>
                <a:ea typeface="Microsoft YaHei"/>
                <a:cs typeface="Microsoft YaHei"/>
              </a:rPr>
              <a:t>赛前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A084B-CF43-4D12-A8B4-C07EF7DE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补充背包结构安装、外观照片、测试场景和演示视频。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0E2F5-4E56-4B61-B20B-7D51156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4267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7"/>
          </a:solidFill>
          <a:ln xmlns:a="http://schemas.openxmlformats.org/drawingml/2006/main" w="9525">
            <a:solidFill>
              <a:srgbClr val="4E66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B64A4-7FBC-47C0-B093-C07FCB2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希望评委重点建议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C8A6D-C2FE-47A8-B2C6-D55B52B5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14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CBD84-D12D-4DBB-BFDC-A56ABDA3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054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传感器选型是否合理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3D684-AE9B-40A4-AAF9-343834A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E846D-E2B1-4638-98A1-C1A762F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340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功能范围是否需要收缩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4E65A-2812-4884-A13A-AFE641D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721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E3F2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413AA-2595-4FC5-847A-634AE2E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肩带结构创新点如何落地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A3893-0D75-4CB5-8421-4C560A54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267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7"/>
          </a:solidFill>
          <a:ln xmlns:a="http://schemas.openxmlformats.org/drawingml/2006/main" w="9525">
            <a:solidFill>
              <a:srgbClr val="4E668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0B064-D216-491E-9A99-729E9B6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一句话收束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3EDDB-48F1-458B-83CE-B8FBA37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8E1F2"/>
                </a:solidFill>
                <a:latin typeface="Microsoft YaHei"/>
                <a:ea typeface="Microsoft YaHei"/>
                <a:cs typeface="Microsoft YaHei"/>
              </a:rPr>
              <a:t>我们希望把背包做成一个能感知环境、识别风险、提醒用户的可穿戴安全辅助平台。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E9AB5-01E6-424B-8480-3D84FBB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8170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谢谢老师指导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2B405-20A1-4C35-B108-EBD76E9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30E85-83DE-4E38-93D2-09A766A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校赛展示版 | 智能安全背包系统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34C84-8A8F-4F73-930F-7FFACCE3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E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E5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34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2026-06-02T16:45:17.5290000Z</dcterms:created>
  <dcterms:modified xsi:type="dcterms:W3CDTF">2026-06-02T16:45:17.5290000Z</dcterms:modified>
</coreProperties>
</file>